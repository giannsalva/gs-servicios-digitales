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73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98120"/>
            <a:ext cx="2354580" cy="2240280"/>
          </a:xfrm>
          <a:prstGeom prst="ellipse">
            <a:avLst/>
          </a:prstGeom>
          <a:solidFill>
            <a:srgbClr val="1D2547"/>
          </a:solidFill>
          <a:ln w="12700">
            <a:solidFill>
              <a:srgbClr val="1D25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6587490" y="2849880"/>
            <a:ext cx="2114550" cy="19050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GIANLUCA SALVATORI - SERVICIOS DIGITALES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clientes te encuentran.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clientes te eligen.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r>
              <a:rPr lang="en-US" sz="16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</a:t>
            </a:r>
            <a:r>
              <a:rPr lang="en-US" sz="16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simples para </a:t>
            </a:r>
            <a:r>
              <a:rPr lang="en-US" sz="1600" dirty="0" err="1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r>
              <a:rPr lang="en-US" sz="16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</a:t>
            </a:r>
            <a:r>
              <a:rPr lang="en-US" sz="16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00" dirty="0" err="1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r>
              <a:rPr lang="en-US" sz="16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r>
              <a:rPr lang="en-US" sz="16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6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hoy.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+54 11 3784-5392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 err="1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r>
              <a:rPr lang="en-US" sz="30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 </a:t>
            </a:r>
            <a:r>
              <a:rPr lang="en-US" sz="3000" b="1" dirty="0" err="1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frecuentes</a:t>
            </a:r>
            <a:r>
              <a:rPr lang="en-US" sz="30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9385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buscan y no te encuentran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escribe "cerca de mí" en Google y aparece otro local primero.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5087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6"/>
          <p:cNvSpPr/>
          <p:nvPr/>
        </p:nvSpPr>
        <p:spPr>
          <a:xfrm>
            <a:off x="3520440" y="1783080"/>
            <a:ext cx="640080" cy="640080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9385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van sin recomendarte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contentos que nunca dejan la reseña porque nadie se los pidió a tiempo.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0" y="15087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640080" cy="640080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9385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Perdés tiempo y turnos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mensaje cien veces, y turnos que no vienen sin avisar.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se resuelve con herramientas simples. Sin aparatos, sin abonos raros, sin que tengas que aprender nada.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86384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" y="1028700"/>
            <a:ext cx="2354580" cy="3360420"/>
          </a:xfrm>
          <a:prstGeom prst="ellipse">
            <a:avLst/>
          </a:prstGeom>
          <a:solidFill>
            <a:srgbClr val="1D2547"/>
          </a:solidFill>
          <a:ln w="12700">
            <a:solidFill>
              <a:srgbClr val="1D25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594360" y="1874520"/>
            <a:ext cx="1463040" cy="1463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269541"/>
            <a:ext cx="672998" cy="6729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108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1 · KIT QR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108960" y="9601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que se va contento, una reseña más.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2240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cartel con tu marca, impreso y plastificado, listo para la caja, la mesa o la vidriera.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30175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QR y en dos segundos te dejan la reseña en Google, te escriben por WhatsApp o te siguen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Instagram o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 social.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pedir, sin explicar, sin que se olviden cuando llegan a casa.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reseñas son lo primero que miran antes de elegir entre vos y el de la esquina.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2 · PERFIL DE GOOGLE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Aparecé cuando te buscan, no cuando ya eligieron a otro.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"cerca de mí", Google muestra primero a los perfiles completos. La mayoría los tiene a medio hacer y no lo sabe.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fotos, categoría, servicios y reseñas respondidas: todo impecable.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 err="1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Subís</a:t>
            </a: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mapa. El que te busca, te encuentra a </a:t>
            </a:r>
            <a:r>
              <a:rPr lang="en-US" sz="1300" dirty="0" err="1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</a:t>
            </a: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6" name="Shape 4"/>
          <p:cNvSpPr/>
          <p:nvPr/>
        </p:nvSpPr>
        <p:spPr>
          <a:xfrm>
            <a:off x="6309360" y="640080"/>
            <a:ext cx="22860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6720840" y="1828800"/>
            <a:ext cx="1463040" cy="1463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1" y="2223821"/>
            <a:ext cx="672998" cy="6729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6384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3 · MENÚ / CATÁLOGO DIGITAL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carta, siempre al día, en el celular de cada cliente.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QR abre tu menú o tu catálogo con fotos, precios y descripciones.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¿Cambió un precio? Lo editás vos en una planilla y ya está en todos lados. Sin reimprimir, sin llamar a nadie.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comparte por WhatsApp, se mira desde casa, sirve para pedir.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vidriera que trabaja las 24 horas.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685800"/>
            <a:ext cx="1920240" cy="3749040"/>
          </a:xfrm>
          <a:prstGeom prst="roundRect">
            <a:avLst>
              <a:gd name="adj" fmla="val 11905"/>
            </a:avLst>
          </a:prstGeom>
          <a:solidFill>
            <a:srgbClr val="1D2547"/>
          </a:solidFill>
          <a:ln w="19050">
            <a:solidFill>
              <a:srgbClr val="3A43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7223760" y="822960"/>
            <a:ext cx="640080" cy="91440"/>
          </a:xfrm>
          <a:prstGeom prst="roundRect">
            <a:avLst>
              <a:gd name="adj" fmla="val 50000"/>
            </a:avLst>
          </a:prstGeom>
          <a:solidFill>
            <a:srgbClr val="3A4370"/>
          </a:solidFill>
          <a:ln w="12700">
            <a:solidFill>
              <a:srgbClr val="3A43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6766560" y="1051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Esquina · Carta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0" y="146304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73058"/>
          </a:solidFill>
          <a:ln w="12700">
            <a:solidFill>
              <a:srgbClr val="2730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6839712" y="153619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7205472" y="15087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Milanesa napolitana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16916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$ 9.800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766560" y="1993392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73058"/>
          </a:solidFill>
          <a:ln w="12700">
            <a:solidFill>
              <a:srgbClr val="2730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6839712" y="20665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7205472" y="203911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muzzarella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205472" y="22219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$ 8.500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2523744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73058"/>
          </a:solidFill>
          <a:ln w="12700">
            <a:solidFill>
              <a:srgbClr val="2730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6839712" y="259689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7205472" y="256946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Empanadas x12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27523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$ 12.000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66560" y="3054096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73058"/>
          </a:solidFill>
          <a:ln w="12700">
            <a:solidFill>
              <a:srgbClr val="2730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6839712" y="31272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 txBox="1"/>
          <p:nvPr/>
        </p:nvSpPr>
        <p:spPr>
          <a:xfrm>
            <a:off x="7205472" y="309981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Cerveza artesanal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205472" y="32826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$ 3.900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66560" y="393192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 txBox="1"/>
          <p:nvPr/>
        </p:nvSpPr>
        <p:spPr>
          <a:xfrm>
            <a:off x="6766560" y="3931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por WhatsApp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4 · MINI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"acá está" reemplace a "no lo encontré".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página que lo dice todo: qué hacés, dónde estás, a qué hora y cómo contactarte.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directo a tu WhatsApp y a tus redes.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perfecta en el celular. La compartís en Instagram, en Maps y en cada mensaje.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que mantener, nada que actualizar, nada que pagar cada mes.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640080"/>
            <a:ext cx="22860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6720840" y="1828800"/>
            <a:ext cx="1463040" cy="1463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1" y="2223821"/>
            <a:ext cx="672998" cy="6729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6384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5 · BOT DE WHATSAPP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Atendé a todos, a toda hora, sin dejar de trabajar.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WhatsApp responde solo: horarios, ubicación, precios, y toma turnos o pedidos con un menú.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elige y confirma; a vos te llega el aviso.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al de las 11 de la noche y al que pregunta lo mismo de siempre, mientras vos trabajás.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cliente se va porque "no me contestaron".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777240"/>
            <a:ext cx="1737360" cy="384048"/>
          </a:xfrm>
          <a:prstGeom prst="roundRect">
            <a:avLst>
              <a:gd name="adj" fmla="val 2857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6967728" y="77724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¿Tenés turno para mañana?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89320" y="1362456"/>
            <a:ext cx="2331720" cy="566928"/>
          </a:xfrm>
          <a:prstGeom prst="roundRect">
            <a:avLst>
              <a:gd name="adj" fmla="val 19355"/>
            </a:avLst>
          </a:prstGeom>
          <a:solidFill>
            <a:srgbClr val="273058"/>
          </a:solidFill>
          <a:ln w="12700">
            <a:solidFill>
              <a:srgbClr val="2730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6099048" y="1362456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¡Hola! Sí. Elegí un horario: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10:00   2) 15:30   3) 18:00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0" y="2130552"/>
            <a:ext cx="1737360" cy="384048"/>
          </a:xfrm>
          <a:prstGeom prst="roundRect">
            <a:avLst>
              <a:gd name="adj" fmla="val 2857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6967728" y="213055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2715768"/>
            <a:ext cx="2331720" cy="384048"/>
          </a:xfrm>
          <a:prstGeom prst="roundRect">
            <a:avLst>
              <a:gd name="adj" fmla="val 28571"/>
            </a:avLst>
          </a:prstGeom>
          <a:solidFill>
            <a:srgbClr val="273058"/>
          </a:solidFill>
          <a:ln w="12700">
            <a:solidFill>
              <a:srgbClr val="2730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6099048" y="2715768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Listo, te esperamos mañana 15:30 ✔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3467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solo, 24 hs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6 · TURNOS Y RESERVAS ONLINE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turno que diste, el cliente que viene.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página de reservas: el cliente elige el servicio, el día y la hora, y queda anotado en tu agenda.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llega la confirmación por mail, y el día anterior un recordatorio automático.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puede venir, cancela desde ahí y el horario se libera solo.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lo ves en tu Google Calendar y en una planilla, sin cargar nada a mano.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640080"/>
            <a:ext cx="22860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6720840" y="1828800"/>
            <a:ext cx="1463040" cy="1463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1" y="2223821"/>
            <a:ext cx="672998" cy="6729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6384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dónde empezar?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servicios sirven para cualquier negocio. Esto es por dónde conviene arrancar según el tuyo.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49808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Mostrador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Kioscos, almacenes, panaderías, farmacias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23134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86584"/>
            <a:ext cx="164592" cy="1645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33856" y="23134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2386584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17904" y="23134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056" y="238658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9808" y="2642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QR · Perfil Google · Bot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246120" y="15087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Text 10"/>
          <p:cNvSpPr txBox="1"/>
          <p:nvPr/>
        </p:nvSpPr>
        <p:spPr>
          <a:xfrm>
            <a:off x="3447288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 y bebida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47288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Bares, cafés, restaurantes, rotiserías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447288" y="23134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386584"/>
            <a:ext cx="164592" cy="16459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831336" y="23134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488" y="2386584"/>
            <a:ext cx="164592" cy="16459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215384" y="23134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386584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447288" y="2642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QR · Menú digital · Perfil Google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5943600" y="15087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Text 17"/>
          <p:cNvSpPr txBox="1"/>
          <p:nvPr/>
        </p:nvSpPr>
        <p:spPr>
          <a:xfrm>
            <a:off x="6144768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turnos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144768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Peluquerías, estética, consultorios, talleres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144768" y="23134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386584"/>
            <a:ext cx="164592" cy="164592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528816" y="23134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2386584"/>
            <a:ext cx="164592" cy="164592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912864" y="23134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016" y="2386584"/>
            <a:ext cx="164592" cy="16459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144768" y="2642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· Bot · Kit QR</a:t>
            </a:r>
            <a:endParaRPr lang="en-US" sz="950" dirty="0"/>
          </a:p>
        </p:txBody>
      </p:sp>
      <p:sp>
        <p:nvSpPr>
          <p:cNvPr id="34" name="Shape 23"/>
          <p:cNvSpPr/>
          <p:nvPr/>
        </p:nvSpPr>
        <p:spPr>
          <a:xfrm>
            <a:off x="548640" y="31089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5" name="Text 24"/>
          <p:cNvSpPr txBox="1"/>
          <p:nvPr/>
        </p:nvSpPr>
        <p:spPr>
          <a:xfrm>
            <a:off x="749808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catálogo</a:t>
            </a:r>
            <a:endParaRPr lang="en-US" sz="1500" dirty="0"/>
          </a:p>
        </p:txBody>
      </p:sp>
      <p:sp>
        <p:nvSpPr>
          <p:cNvPr id="36" name="Text 25"/>
          <p:cNvSpPr txBox="1"/>
          <p:nvPr/>
        </p:nvSpPr>
        <p:spPr>
          <a:xfrm>
            <a:off x="74980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Ropa, deco, vinotecas, pet shops, ferreterías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749808" y="39136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986784"/>
            <a:ext cx="164592" cy="164592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1133856" y="39136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986784"/>
            <a:ext cx="164592" cy="164592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1517904" y="39136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1056" y="3986784"/>
            <a:ext cx="164592" cy="164592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749808" y="42428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· Kit QR · Mini web</a:t>
            </a:r>
            <a:endParaRPr lang="en-US" sz="950" dirty="0"/>
          </a:p>
        </p:txBody>
      </p:sp>
      <p:sp>
        <p:nvSpPr>
          <p:cNvPr id="44" name="Shape 30"/>
          <p:cNvSpPr/>
          <p:nvPr/>
        </p:nvSpPr>
        <p:spPr>
          <a:xfrm>
            <a:off x="3246120" y="31089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5" name="Text 31"/>
          <p:cNvSpPr txBox="1"/>
          <p:nvPr/>
        </p:nvSpPr>
        <p:spPr>
          <a:xfrm>
            <a:off x="3447288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Oficios</a:t>
            </a:r>
            <a:endParaRPr lang="en-US" sz="1500" dirty="0"/>
          </a:p>
        </p:txBody>
      </p:sp>
      <p:sp>
        <p:nvSpPr>
          <p:cNvPr id="46" name="Text 32"/>
          <p:cNvSpPr txBox="1"/>
          <p:nvPr/>
        </p:nvSpPr>
        <p:spPr>
          <a:xfrm>
            <a:off x="344728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Gomerías, cerrajerías, electricistas, service</a:t>
            </a:r>
            <a:endParaRPr lang="en-US" sz="1000" dirty="0"/>
          </a:p>
        </p:txBody>
      </p:sp>
      <p:sp>
        <p:nvSpPr>
          <p:cNvPr id="47" name="Shape 33"/>
          <p:cNvSpPr/>
          <p:nvPr/>
        </p:nvSpPr>
        <p:spPr>
          <a:xfrm>
            <a:off x="3447288" y="39136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3986784"/>
            <a:ext cx="164592" cy="164592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3831336" y="39136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3986784"/>
            <a:ext cx="164592" cy="164592"/>
          </a:xfrm>
          <a:prstGeom prst="rect">
            <a:avLst/>
          </a:prstGeom>
        </p:spPr>
      </p:pic>
      <p:sp>
        <p:nvSpPr>
          <p:cNvPr id="51" name="Shape 35"/>
          <p:cNvSpPr/>
          <p:nvPr/>
        </p:nvSpPr>
        <p:spPr>
          <a:xfrm>
            <a:off x="4215384" y="39136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8536" y="3986784"/>
            <a:ext cx="164592" cy="164592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3447288" y="42428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Google · Kit QR · Mini web</a:t>
            </a:r>
            <a:endParaRPr lang="en-US" sz="950" dirty="0"/>
          </a:p>
        </p:txBody>
      </p:sp>
      <p:sp>
        <p:nvSpPr>
          <p:cNvPr id="54" name="Shape 37"/>
          <p:cNvSpPr/>
          <p:nvPr/>
        </p:nvSpPr>
        <p:spPr>
          <a:xfrm>
            <a:off x="5943600" y="31089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5" name="Text 38"/>
          <p:cNvSpPr txBox="1"/>
          <p:nvPr/>
        </p:nvSpPr>
        <p:spPr>
          <a:xfrm>
            <a:off x="6144768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espacios</a:t>
            </a:r>
            <a:endParaRPr lang="en-US" sz="1500" dirty="0"/>
          </a:p>
        </p:txBody>
      </p:sp>
      <p:sp>
        <p:nvSpPr>
          <p:cNvPr id="56" name="Text 39"/>
          <p:cNvSpPr txBox="1"/>
          <p:nvPr/>
        </p:nvSpPr>
        <p:spPr>
          <a:xfrm>
            <a:off x="61447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Gimnasios, canchas, academias, profes</a:t>
            </a:r>
            <a:endParaRPr lang="en-US" sz="1000" dirty="0"/>
          </a:p>
        </p:txBody>
      </p:sp>
      <p:sp>
        <p:nvSpPr>
          <p:cNvPr id="57" name="Shape 40"/>
          <p:cNvSpPr/>
          <p:nvPr/>
        </p:nvSpPr>
        <p:spPr>
          <a:xfrm>
            <a:off x="6144768" y="39136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86784"/>
            <a:ext cx="164592" cy="164592"/>
          </a:xfrm>
          <a:prstGeom prst="rect">
            <a:avLst/>
          </a:prstGeom>
        </p:spPr>
      </p:pic>
      <p:sp>
        <p:nvSpPr>
          <p:cNvPr id="59" name="Shape 41"/>
          <p:cNvSpPr/>
          <p:nvPr/>
        </p:nvSpPr>
        <p:spPr>
          <a:xfrm>
            <a:off x="6528816" y="39136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3986784"/>
            <a:ext cx="164592" cy="164592"/>
          </a:xfrm>
          <a:prstGeom prst="rect">
            <a:avLst/>
          </a:prstGeom>
        </p:spPr>
      </p:pic>
      <p:sp>
        <p:nvSpPr>
          <p:cNvPr id="61" name="Shape 42"/>
          <p:cNvSpPr/>
          <p:nvPr/>
        </p:nvSpPr>
        <p:spPr>
          <a:xfrm>
            <a:off x="6912864" y="3913632"/>
            <a:ext cx="310896" cy="310896"/>
          </a:xfrm>
          <a:prstGeom prst="ellipse">
            <a:avLst/>
          </a:prstGeom>
          <a:solidFill>
            <a:srgbClr val="FFEDE4"/>
          </a:solidFill>
          <a:ln w="12700">
            <a:solidFill>
              <a:srgbClr val="FFED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3986784"/>
            <a:ext cx="164592" cy="164592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6144768" y="42428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· Turnos · Mini web</a:t>
            </a:r>
            <a:endParaRPr lang="en-US" sz="950" dirty="0"/>
          </a:p>
        </p:txBody>
      </p:sp>
      <p:sp>
        <p:nvSpPr>
          <p:cNvPr id="64" name="Text 44"/>
          <p:cNvSpPr txBox="1"/>
          <p:nvPr/>
        </p:nvSpPr>
        <p:spPr>
          <a:xfrm>
            <a:off x="786384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675120" y="-502920"/>
            <a:ext cx="2377440" cy="2377440"/>
          </a:xfrm>
          <a:prstGeom prst="ellipse">
            <a:avLst/>
          </a:prstGeom>
          <a:solidFill>
            <a:srgbClr val="1D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18120" y="3017520"/>
            <a:ext cx="1417320" cy="141732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MIRÁ CÓMO QUEDA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Un negocio de ejemplo,</a:t>
            </a:r>
          </a:p>
          <a:p>
            <a:pPr algn="l">
              <a:spcBef>
                <a:spcPts val="60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con todo hecho.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B9BED0"/>
                </a:solidFill>
                <a:latin typeface="Calibri"/>
              </a:rPr>
              <a:t>Escaneá y miralo desde tu celular, como lo va a ver tu cliente.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035808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Menú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9900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9BED0"/>
                </a:solidFill>
                <a:latin typeface="Calibri"/>
              </a:rPr>
              <a:t>carta con fotos y precios al día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493008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Mini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4472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9BED0"/>
                </a:solidFill>
                <a:latin typeface="Calibri"/>
              </a:rPr>
              <a:t>quiénes son, horarios y cómo llegar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3950208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Reservas 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904487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9BED0"/>
                </a:solidFill>
                <a:latin typeface="Calibri"/>
              </a:rPr>
              <a:t>turno elegido y confirmado por 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96012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234440"/>
            <a:ext cx="1280160" cy="1280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72200" y="26974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1F2E"/>
                </a:solidFill>
                <a:latin typeface="Calibri"/>
              </a:rPr>
              <a:t>Escaneá y abrí el ejemplo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03580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C6273"/>
                </a:solidFill>
                <a:latin typeface="Calibri"/>
              </a:rPr>
              <a:t>o pedime el link por WhatsApp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07408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Elegí el que te sirva y lo tenés funcionando esta semana.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451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9BED0"/>
                </a:solidFill>
                <a:latin typeface="Calibri"/>
              </a:rPr>
              <a:t>WhatsApp: +54 11 3784-5392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09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9BED0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825</Words>
  <Application>Microsoft Office PowerPoint</Application>
  <PresentationFormat>On-screen Show (16:9)</PresentationFormat>
  <Paragraphs>101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Catálogo de servicios</dc:title>
  <dc:subject>PptxGenJS Presentation</dc:subject>
  <dc:creator>PptxGenJS</dc:creator>
  <cp:lastModifiedBy>Gianluca Salvatori</cp:lastModifiedBy>
  <cp:revision>6</cp:revision>
  <dcterms:created xsi:type="dcterms:W3CDTF">2026-09-11T22:01:42Z</dcterms:created>
  <dcterms:modified xsi:type="dcterms:W3CDTF">2026-09-13T00:01:41Z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25b063-91ac-4a2d-939f-6735bdaa2902_Enabled">
    <vt:lpwstr>true</vt:lpwstr>
  </property>
  <property fmtid="{D5CDD505-2E9C-101B-9397-08002B2CF9AE}" pid="3" name="MSIP_Label_a125b063-91ac-4a2d-939f-6735bdaa2902_SetDate">
    <vt:lpwstr>2026-09-12T23:46:41Z</vt:lpwstr>
  </property>
  <property fmtid="{D5CDD505-2E9C-101B-9397-08002B2CF9AE}" pid="4" name="MSIP_Label_a125b063-91ac-4a2d-939f-6735bdaa2902_Method">
    <vt:lpwstr>Standard</vt:lpwstr>
  </property>
  <property fmtid="{D5CDD505-2E9C-101B-9397-08002B2CF9AE}" pid="5" name="MSIP_Label_a125b063-91ac-4a2d-939f-6735bdaa2902_Name">
    <vt:lpwstr>defa4170-0d19-0005-0002-bc88714345d2</vt:lpwstr>
  </property>
  <property fmtid="{D5CDD505-2E9C-101B-9397-08002B2CF9AE}" pid="6" name="MSIP_Label_a125b063-91ac-4a2d-939f-6735bdaa2902_SiteId">
    <vt:lpwstr>025f3ef2-38d8-44ff-a071-678969af2e7c</vt:lpwstr>
  </property>
  <property fmtid="{D5CDD505-2E9C-101B-9397-08002B2CF9AE}" pid="7" name="MSIP_Label_a125b063-91ac-4a2d-939f-6735bdaa2902_ActionId">
    <vt:lpwstr>c6121cd0-0da8-4526-a1ca-d9f184e819bf</vt:lpwstr>
  </property>
  <property fmtid="{D5CDD505-2E9C-101B-9397-08002B2CF9AE}" pid="8" name="MSIP_Label_a125b063-91ac-4a2d-939f-6735bdaa2902_ContentBits">
    <vt:lpwstr>0</vt:lpwstr>
  </property>
  <property fmtid="{D5CDD505-2E9C-101B-9397-08002B2CF9AE}" pid="9" name="MSIP_Label_a125b063-91ac-4a2d-939f-6735bdaa2902_Tag">
    <vt:lpwstr>10, 3, 0, 1</vt:lpwstr>
  </property>
</Properties>
</file>